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070e14a6f449f" /><Relationship Type="http://schemas.openxmlformats.org/officeDocument/2006/relationships/extended-properties" Target="/docProps/app.xml" Id="R7d7bddd55bae4c4e" /><Relationship Type="http://schemas.openxmlformats.org/officeDocument/2006/relationships/officeDocument" Target="/ppt/presentation.xml" Id="Rf09ae8be58684da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a9605345d664d5b"/>
  </p:sldMasterIdLst>
  <p:notesMasterIdLst>
    <p:notesMasterId xmlns:r="http://schemas.openxmlformats.org/officeDocument/2006/relationships" r:id="Ra863f66fa0f445ba"/>
  </p:notesMasterIdLst>
  <p:sldIdLst>
    <p:sldId xmlns:r="http://schemas.openxmlformats.org/officeDocument/2006/relationships" id="256" r:id="R2f791e3f3a86409e"/>
    <p:sldId xmlns:r="http://schemas.openxmlformats.org/officeDocument/2006/relationships" id="257" r:id="Rf2bb481c6bdd437d"/>
    <p:sldId xmlns:r="http://schemas.openxmlformats.org/officeDocument/2006/relationships" id="258" r:id="R0779006f48e641eb"/>
    <p:sldId xmlns:r="http://schemas.openxmlformats.org/officeDocument/2006/relationships" id="259" r:id="Ra8298c71a5064d44"/>
    <p:sldId xmlns:r="http://schemas.openxmlformats.org/officeDocument/2006/relationships" id="260" r:id="Rd9f4620e34a54abb"/>
    <p:sldId xmlns:r="http://schemas.openxmlformats.org/officeDocument/2006/relationships" id="261" r:id="Rd12c9840b1fc46c0"/>
    <p:sldId xmlns:r="http://schemas.openxmlformats.org/officeDocument/2006/relationships" id="262" r:id="R44813d3cba9243ce"/>
    <p:sldId xmlns:r="http://schemas.openxmlformats.org/officeDocument/2006/relationships" id="263" r:id="R273669f296bb4d12"/>
  </p:sldIdLst>
  <p:sldSz cx="12192000" cy="6858000"/>
  <p:notesSz cx="6858000" cy="9144000"/>
  <p:embeddedFontLst>
    <p:embeddedFont>
      <p:font typeface="Inter"/>
      <p:regular xmlns:r="http://schemas.openxmlformats.org/officeDocument/2006/relationships" r:id="Rfc21c93dad9546b0"/>
      <p:bold xmlns:r="http://schemas.openxmlformats.org/officeDocument/2006/relationships" r:id="Rec41c8d1f0884ee6"/>
      <p:italic xmlns:r="http://schemas.openxmlformats.org/officeDocument/2006/relationships" r:id="Refa8c80c84c740d0"/>
      <p:boldItalic xmlns:r="http://schemas.openxmlformats.org/officeDocument/2006/relationships" r:id="Rd390043f715d4eaa"/>
    </p:embeddedFont>
    <p:embeddedFont>
      <p:font typeface="Fira Code"/>
      <p:regular xmlns:r="http://schemas.openxmlformats.org/officeDocument/2006/relationships" r:id="Rb47720f102f844d2"/>
      <p:bold xmlns:r="http://schemas.openxmlformats.org/officeDocument/2006/relationships" r:id="Rea66694abb5a4a3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1596AEA7-9AF5-45FE-90C1-6D2E70FBE99C}">
  <a:tblStyle styleId="{1596AEA7-9AF5-45FE-90C1-6D2E70FBE9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b1d5c0970468e" /><Relationship Type="http://schemas.openxmlformats.org/officeDocument/2006/relationships/slideMaster" Target="/ppt/slideMasters/slideMaster1.xml" Id="Rba9605345d664d5b" /><Relationship Type="http://schemas.openxmlformats.org/officeDocument/2006/relationships/notesMaster" Target="/ppt/notesMasters/notesMaster1.xml" Id="Ra863f66fa0f445ba" /><Relationship Type="http://schemas.openxmlformats.org/officeDocument/2006/relationships/presProps" Target="/ppt/presProps.xml" Id="R9947a9c592704b29" /><Relationship Type="http://schemas.openxmlformats.org/officeDocument/2006/relationships/viewProps" Target="/ppt/viewProps.xml" Id="R7f95b58b06c34a6e" /><Relationship Type="http://schemas.openxmlformats.org/officeDocument/2006/relationships/tableStyles" Target="/ppt/tableStyles.xml" Id="Rac4141d04da44caf" /><Relationship Type="http://schemas.openxmlformats.org/officeDocument/2006/relationships/font" Target="/ppt/fonts/font.dat" Id="Rfc21c93dad9546b0" /><Relationship Type="http://schemas.openxmlformats.org/officeDocument/2006/relationships/font" Target="/ppt/fonts/font2.dat" Id="Rec41c8d1f0884ee6" /><Relationship Type="http://schemas.openxmlformats.org/officeDocument/2006/relationships/font" Target="/ppt/fonts/font3.dat" Id="Refa8c80c84c740d0" /><Relationship Type="http://schemas.openxmlformats.org/officeDocument/2006/relationships/font" Target="/ppt/fonts/font4.dat" Id="Rd390043f715d4eaa" /><Relationship Type="http://schemas.openxmlformats.org/officeDocument/2006/relationships/font" Target="/ppt/fonts/font5.dat" Id="Rb47720f102f844d2" /><Relationship Type="http://schemas.openxmlformats.org/officeDocument/2006/relationships/font" Target="/ppt/fonts/font6.dat" Id="Rea66694abb5a4a38" /><Relationship Type="http://schemas.openxmlformats.org/officeDocument/2006/relationships/slide" Target="/ppt/slides/slide1.xml" Id="R2f791e3f3a86409e" /><Relationship Type="http://schemas.openxmlformats.org/officeDocument/2006/relationships/slide" Target="/ppt/slides/slide2.xml" Id="Rf2bb481c6bdd437d" /><Relationship Type="http://schemas.openxmlformats.org/officeDocument/2006/relationships/slide" Target="/ppt/slides/slide3.xml" Id="R0779006f48e641eb" /><Relationship Type="http://schemas.openxmlformats.org/officeDocument/2006/relationships/slide" Target="/ppt/slides/slide4.xml" Id="Ra8298c71a5064d44" /><Relationship Type="http://schemas.openxmlformats.org/officeDocument/2006/relationships/slide" Target="/ppt/slides/slide5.xml" Id="Rd9f4620e34a54abb" /><Relationship Type="http://schemas.openxmlformats.org/officeDocument/2006/relationships/slide" Target="/ppt/slides/slide6.xml" Id="Rd12c9840b1fc46c0" /><Relationship Type="http://schemas.openxmlformats.org/officeDocument/2006/relationships/slide" Target="/ppt/slides/slide7.xml" Id="R44813d3cba9243ce" /><Relationship Type="http://schemas.openxmlformats.org/officeDocument/2006/relationships/slide" Target="/ppt/slides/slide8.xml" Id="R273669f296bb4d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d4846c70e941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82586da4634c00" /><Relationship Type="http://schemas.openxmlformats.org/officeDocument/2006/relationships/notesMaster" Target="/ppt/notesMasters/notesMaster1.xml" Id="R5876ae1d3ee946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1db16835f4ca8" /><Relationship Type="http://schemas.openxmlformats.org/officeDocument/2006/relationships/notesMaster" Target="/ppt/notesMasters/notesMaster1.xml" Id="Rd942ae06884247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006a857d048ee" /><Relationship Type="http://schemas.openxmlformats.org/officeDocument/2006/relationships/notesMaster" Target="/ppt/notesMasters/notesMaster1.xml" Id="R918894643195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09442488d94af1" /><Relationship Type="http://schemas.openxmlformats.org/officeDocument/2006/relationships/notesMaster" Target="/ppt/notesMasters/notesMaster1.xml" Id="Rf8435949ae79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06eee4f8584a0e" /><Relationship Type="http://schemas.openxmlformats.org/officeDocument/2006/relationships/notesMaster" Target="/ppt/notesMasters/notesMaster1.xml" Id="Rab6b84f927194c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82be490504e68" /><Relationship Type="http://schemas.openxmlformats.org/officeDocument/2006/relationships/notesMaster" Target="/ppt/notesMasters/notesMaster1.xml" Id="R6c76358700d54a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1c0d373ff24ad4" /><Relationship Type="http://schemas.openxmlformats.org/officeDocument/2006/relationships/notesMaster" Target="/ppt/notesMasters/notesMaster1.xml" Id="R15f4ab25055f4b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61198da1434170" /><Relationship Type="http://schemas.openxmlformats.org/officeDocument/2006/relationships/notesMaster" Target="/ppt/notesMasters/notesMaster1.xml" Id="R583303fa07ff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30 segundos.</a:t>
            </a:r>
          </a:p>
          <a:p xmlns:a="http://schemas.openxmlformats.org/drawingml/2006/main">
            <a:r>
              <a:t>Presentar la clase: observar el mismo agente del lunes, versionar sus prompts y comparar resultados. Presentación de diez minutos, antes de la práctica.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45 segundos.</a:t>
            </a:r>
          </a:p>
          <a:p xmlns:a="http://schemas.openxmlformats.org/drawingml/2006/main">
            <a:r>
              <a:t>Mostrar el QR de AI Engineer para evaluar la clase anterior. Aclarar que no es el ejercicio. Después, situar el agente de soporte de S5.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75 segundos.</a:t>
            </a:r>
          </a:p>
          <a:p xmlns:a="http://schemas.openxmlformats.org/drawingml/2006/main">
            <a:r>
              <a:t>Distinguir respuesta final de evidencia interna. La consola aporta un resumen, pero una plataforma conserva un árbol navegable de pasos. Latencia, tokens y errores son métricas; calidad requiere criterios y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90 segundos.</a:t>
            </a:r>
          </a:p>
          <a:p xmlns:a="http://schemas.openxmlformats.org/drawingml/2006/main">
            <a:r>
              <a:t>Explicar qué mostraremos en cada interfaz sin presentar funciones compartidas como exclusivas. LangSmith y Langfuse permiten trazas, prompts y evaluación. Registraremos la misma ejecución, no construiremos dos agentes ni duplicaremos las llamadas al modelo por observar en dos sitios.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90 segundos.</a:t>
            </a:r>
          </a:p>
          <a:p xmlns:a="http://schemas.openxmlformats.org/drawingml/2006/main">
            <a:r>
              <a:t>Distinguir consulta, conversación, nodo y generación. Una petición puede hacer varias llamadas al modelo. Comprobar recepción remota y no solo que el proceso finalizó. El coste ausente no es cero y el coste inferido del panel puede diferir del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90 segundos.</a:t>
            </a:r>
          </a:p>
          <a:p xmlns:a="http://schemas.openxmlformats.org/drawingml/2006/main">
            <a:r>
              <a:t>Presentar las capacidades que construiremos y mostraremos en la parte práctica. El lote de veinte respuestas ya está preparado. Durante el directo enseñaremos casos representativos para reservar tiempo a incidentes y privacidad. No se pide un panel propio ni Ragas.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120 segundos.</a:t>
            </a:r>
          </a:p>
          <a:p xmlns:a="http://schemas.openxmlformats.org/drawingml/2006/main">
            <a:r>
              <a:t>Explicar el recorrido práctico: baseline sin exportación, LangSmith y Langfuse, recuperación/aplicación de versiones fijas, comparación controlada y localización de incidentes. Conservar modelo/datos/parámetros y un hilo limpio por caso. No ajustar el prompt mirando el test. El filtrado protege las trazas antes de exportar; no filtra automáticamente lo enviado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60 segundos.</a:t>
            </a:r>
          </a:p>
          <a:p xmlns:a="http://schemas.openxmlformats.org/drawingml/2006/main">
            <a:r>
              <a:t>Cerrar a los diez minutos. Pasar al baseline del agente en la terminal y mantener el resto de la clase en código, resultados y las plataformas. Los comandos, el ejercicio y las incidencias están en el guion privado. No volver continuamente al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294ea8c364a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2f0be2aed41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18e0245d741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49a9ce0204a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1341c4df346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ff48b46524f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ee6f9d16948c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7697c064849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7b84fd4b7428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8b4a4bd0747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baeb1472c493c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82895B7-5B46-4FDB-BFE1-F9084E2AD2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A51ABA42-C929-4B2D-88F0-B9B51CA4E5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96C3D91-E0F8-4D3D-B27B-C4AD83407F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4E6FE858-1DFC-438B-B3CC-31F745C4E2F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D3EC79B4-4796-4AC3-8BBD-8070EAEC52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E5F7CEF3-5FDB-40DF-88A1-0BE72C1DCE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330602A-BAAC-474B-A907-496E6D376B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4E5D95D5-55F6-4ECA-B64E-F426C6F73F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0185F556-17CB-4E5E-9298-EF0BAFC7A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5B792CCC-47D0-4AB5-937D-28079FED72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04FAA560-66C6-4E3D-9C48-674018DCAD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AAF37123-B5EF-4F5B-8B99-ED358D0142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2AB1F65F-2D12-4424-91A7-A08B171B12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D13492E4-604C-44E8-B1DD-8E7121565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BDE77C22-4170-4800-9BB4-C52AA0FF02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0837CF1A-F93F-4E37-B275-0FA666502E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B0B4A3F6-2687-46A6-9C05-BF03796E76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F4C6475C-E768-4489-8058-8B3E584B40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484AA56B-63BB-434B-9FDE-A365BE554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EB7969C3-9CF1-43E0-9AF2-C599310E26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D0AA12FC-76B6-4127-AC3B-86FE1E2299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F64D5108-16C5-474E-A886-473FCC30E1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16848C60-0ED3-4495-9846-C03FCC0686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23B13D42-13E7-475E-8531-D0DF40B5F3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A3A7E06A-E964-462F-93A4-599A74694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782735C3-E3AA-4627-BC50-F0A1E22D27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3EC3C075-1E6C-44AA-A86F-CE76EB8283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737DC01F-B0EB-4549-970E-9275BD04B9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4FD5D28A-3B53-417D-8406-CDBA2C3E76D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864E0071-9AB1-4142-B1E7-39E1AD1DE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525AEE5-6D9A-4BDB-BC4B-504ACB7DB9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BE8BB2E6-C36F-4D49-81A8-D13CAEC31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DE09FB2A-5784-401F-8BD0-CFC7C6F81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E5CA8795-2071-45F3-85C0-C51FCE4300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654F0BEA-F76E-4BA4-8BBE-3296514FE1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A4F94CF1-E030-434E-A077-E2B001A406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673F9C4E-78CB-4930-BE81-38E4F3F686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F5D77014-7546-4F80-AF5E-D2405604A9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15A1A139-AAE5-4980-8EF3-4A70820238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61F8FD3B-8F1A-4763-8EBD-099EA9E171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2757339C-2D82-4034-8487-046C23A76A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2B519295-7F1C-40F0-B13E-1C0A8A671F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79E77E83-1B90-47DC-823B-E40757E1E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0AE21C41-1856-4AAD-9A5D-75DFE4CEE94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8658E4B7-AE37-4D69-B304-E840AB8DC0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4F2E40CB-4544-4B6D-BCD8-9AE47779A2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996C6632-40F5-442C-BF1B-382280BBE2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D122F208-EE79-4F59-A0D2-9F680E18A5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CB56EDEC-6972-41B0-BF8A-CF112AE40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EED5DF37-9C35-4871-987C-C52E00EAD9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D3B3CE85-E096-415D-A623-0A1ECC08B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79C1625B-4C48-42C0-9A19-844D93CC8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1BE81FE3-0127-4FDD-834C-678178F314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7D005F39-1313-4EDD-A2E5-399648229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FFD7CC0E-442A-46D9-BF5B-A97E862DA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A786E876-8DB8-4F98-BE31-E527A060B9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52518506-B3CE-4732-A6ED-35469500D7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82188EFB-62F0-480B-94B0-09AAC18A16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f033952e74928" /><Relationship Type="http://schemas.openxmlformats.org/officeDocument/2006/relationships/slideLayout" Target="/ppt/slideLayouts/slideLayout1.xml" Id="R8b02696e0f4540a7" /><Relationship Type="http://schemas.openxmlformats.org/officeDocument/2006/relationships/slideLayout" Target="/ppt/slideLayouts/slideLayout2.xml" Id="R479cbafb574549b1" /><Relationship Type="http://schemas.openxmlformats.org/officeDocument/2006/relationships/slideLayout" Target="/ppt/slideLayouts/slideLayout3.xml" Id="R99dce1ea3b2d4301" /><Relationship Type="http://schemas.openxmlformats.org/officeDocument/2006/relationships/slideLayout" Target="/ppt/slideLayouts/slideLayout4.xml" Id="R32cf021c169745c7" /><Relationship Type="http://schemas.openxmlformats.org/officeDocument/2006/relationships/slideLayout" Target="/ppt/slideLayouts/slideLayout5.xml" Id="R8d20f3624f3e4ba0" /><Relationship Type="http://schemas.openxmlformats.org/officeDocument/2006/relationships/slideLayout" Target="/ppt/slideLayouts/slideLayout6.xml" Id="Rb32f4ab99c6c4b54" /><Relationship Type="http://schemas.openxmlformats.org/officeDocument/2006/relationships/slideLayout" Target="/ppt/slideLayouts/slideLayout7.xml" Id="R16b074e90f014a13" /><Relationship Type="http://schemas.openxmlformats.org/officeDocument/2006/relationships/slideLayout" Target="/ppt/slideLayouts/slideLayout8.xml" Id="R9141f0ab6d9b4f6c" /><Relationship Type="http://schemas.openxmlformats.org/officeDocument/2006/relationships/slideLayout" Target="/ppt/slideLayouts/slideLayout9.xml" Id="Radfbeeaeb40847ff" /><Relationship Type="http://schemas.openxmlformats.org/officeDocument/2006/relationships/slideLayout" Target="/ppt/slideLayouts/slideLayout10.xml" Id="Rd7e3fee1003847f8" /><Relationship Type="http://schemas.openxmlformats.org/officeDocument/2006/relationships/slideLayout" Target="/ppt/slideLayouts/slideLayout11.xml" Id="Rc7cf9638728643c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76E63AA-585C-4C56-B382-6F2A82F17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572D74A-86EE-41EE-9A26-825D91E05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684B8E8E-74FA-4C99-BBEC-D7D8C71E64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104B8027-70F8-4AB6-8DFB-C1333B20F9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74C73D09-9D8C-41AA-80E7-BB4E9AD02D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2696e0f4540a7"/>
    <p:sldLayoutId xmlns:r="http://schemas.openxmlformats.org/officeDocument/2006/relationships" id="2147483650" r:id="R479cbafb574549b1"/>
    <p:sldLayoutId xmlns:r="http://schemas.openxmlformats.org/officeDocument/2006/relationships" id="2147483651" r:id="R99dce1ea3b2d4301"/>
    <p:sldLayoutId xmlns:r="http://schemas.openxmlformats.org/officeDocument/2006/relationships" id="2147483652" r:id="R32cf021c169745c7"/>
    <p:sldLayoutId xmlns:r="http://schemas.openxmlformats.org/officeDocument/2006/relationships" id="2147483653" r:id="R8d20f3624f3e4ba0"/>
    <p:sldLayoutId xmlns:r="http://schemas.openxmlformats.org/officeDocument/2006/relationships" id="2147483654" r:id="Rb32f4ab99c6c4b54"/>
    <p:sldLayoutId xmlns:r="http://schemas.openxmlformats.org/officeDocument/2006/relationships" id="2147483655" r:id="R16b074e90f014a13"/>
    <p:sldLayoutId xmlns:r="http://schemas.openxmlformats.org/officeDocument/2006/relationships" id="2147483656" r:id="R9141f0ab6d9b4f6c"/>
    <p:sldLayoutId xmlns:r="http://schemas.openxmlformats.org/officeDocument/2006/relationships" id="2147483657" r:id="Radfbeeaeb40847ff"/>
    <p:sldLayoutId xmlns:r="http://schemas.openxmlformats.org/officeDocument/2006/relationships" id="2147483658" r:id="Rd7e3fee1003847f8"/>
    <p:sldLayoutId xmlns:r="http://schemas.openxmlformats.org/officeDocument/2006/relationships" id="2147483659" r:id="Rc7cf9638728643c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8dd49e9cd42f7" /><Relationship Type="http://schemas.openxmlformats.org/officeDocument/2006/relationships/image" Target="/ppt/media/image.png" Id="Rcd52b12d6f5e4ce6" /><Relationship Type="http://schemas.openxmlformats.org/officeDocument/2006/relationships/image" Target="/ppt/media/image2.png" Id="R441db7c121f143f9" /><Relationship Type="http://schemas.openxmlformats.org/officeDocument/2006/relationships/notesSlide" Target="/ppt/notesSlides/notesSlide1.xml" Id="R5eb18323a08e48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957e8e7f24b46" /><Relationship Type="http://schemas.openxmlformats.org/officeDocument/2006/relationships/image" Target="/ppt/media/image3.png" Id="R9e045a630bf94bb2" /><Relationship Type="http://schemas.openxmlformats.org/officeDocument/2006/relationships/image" Target="/ppt/media/image4.png" Id="Rda74cf9cb36d4500" /><Relationship Type="http://schemas.openxmlformats.org/officeDocument/2006/relationships/image" Target="/ppt/media/image.jpeg" Id="R2fffba85a68c4339" /><Relationship Type="http://schemas.openxmlformats.org/officeDocument/2006/relationships/notesSlide" Target="/ppt/notesSlides/notesSlide2.xml" Id="R8af3ea1ca7d149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1a53797334aca" /><Relationship Type="http://schemas.openxmlformats.org/officeDocument/2006/relationships/image" Target="/ppt/media/image5.png" Id="Ra5a0268e0f044b26" /><Relationship Type="http://schemas.openxmlformats.org/officeDocument/2006/relationships/image" Target="/ppt/media/image6.png" Id="R64fb27a4d468417f" /><Relationship Type="http://schemas.openxmlformats.org/officeDocument/2006/relationships/notesSlide" Target="/ppt/notesSlides/notesSlide3.xml" Id="R7744709bc8d248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aba06cf2b4e6c" /><Relationship Type="http://schemas.openxmlformats.org/officeDocument/2006/relationships/image" Target="/ppt/media/image7.png" Id="R1ccabc400e88478c" /><Relationship Type="http://schemas.openxmlformats.org/officeDocument/2006/relationships/image" Target="/ppt/media/image8.png" Id="Rc0ec741878274d56" /><Relationship Type="http://schemas.openxmlformats.org/officeDocument/2006/relationships/notesSlide" Target="/ppt/notesSlides/notesSlide4.xml" Id="R76ea5b5759a3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30f7329f843b1" /><Relationship Type="http://schemas.openxmlformats.org/officeDocument/2006/relationships/image" Target="/ppt/media/image9.png" Id="R47d4d00160f848b4" /><Relationship Type="http://schemas.openxmlformats.org/officeDocument/2006/relationships/image" Target="/ppt/media/image10.png" Id="R8dca4beb3b24463d" /><Relationship Type="http://schemas.openxmlformats.org/officeDocument/2006/relationships/notesSlide" Target="/ppt/notesSlides/notesSlide5.xml" Id="Rcea37eec3cdc42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c2c8c686d49c3" /><Relationship Type="http://schemas.openxmlformats.org/officeDocument/2006/relationships/image" Target="/ppt/media/image11.png" Id="R4054b47e7ecc4e88" /><Relationship Type="http://schemas.openxmlformats.org/officeDocument/2006/relationships/image" Target="/ppt/media/image12.png" Id="Rb3aeccef26a74e78" /><Relationship Type="http://schemas.openxmlformats.org/officeDocument/2006/relationships/notesSlide" Target="/ppt/notesSlides/notesSlide6.xml" Id="Ra682a4b514ab47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735025c534efc" /><Relationship Type="http://schemas.openxmlformats.org/officeDocument/2006/relationships/image" Target="/ppt/media/image13.png" Id="R8a1fb453c091487c" /><Relationship Type="http://schemas.openxmlformats.org/officeDocument/2006/relationships/image" Target="/ppt/media/image14.png" Id="Rafd45e4bfe764e93" /><Relationship Type="http://schemas.openxmlformats.org/officeDocument/2006/relationships/notesSlide" Target="/ppt/notesSlides/notesSlide7.xml" Id="R3e6a42da4b7c41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aebdd09914113" /><Relationship Type="http://schemas.openxmlformats.org/officeDocument/2006/relationships/image" Target="/ppt/media/image15.png" Id="R63f247a0e4c74b40" /><Relationship Type="http://schemas.openxmlformats.org/officeDocument/2006/relationships/image" Target="/ppt/media/image16.png" Id="R9c4c91781dbf4a3b" /><Relationship Type="http://schemas.openxmlformats.org/officeDocument/2006/relationships/notesSlide" Target="/ppt/notesSlides/notesSlide8.xml" Id="R213caf11a80a4d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2b12d6f5e4ce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db7c121f143f9"/>
          <a:stretch xmlns:a="http://schemas.openxmlformats.org/drawingml/2006/main"/>
        </p:blipFill>
        <p:spPr>
          <a:xfrm xmlns:a="http://schemas.openxmlformats.org/drawingml/2006/main">
            <a:off x="571500" y="334450"/>
            <a:ext cx="2476500" cy="77889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05AD5-8683-469B-907E-67C07928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Observabilidad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9EF9-2210-4E71-8964-1298CCEC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7286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A7B7CC"/>
                </a:solidFill>
                <a:latin typeface="Inter"/>
                <a:ea typeface="Inter"/>
                <a:cs typeface="Inter"/>
              </a:rPr>
              <a:t>LangSmith + Langfuse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71FCB-8DF0-4C68-B1EF-0E9358D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5C5ED"/>
                </a:solidFill>
                <a:latin typeface="Inter"/>
                <a:ea typeface="Inter"/>
                <a:cs typeface="Inter"/>
              </a:rPr>
              <a:t>Introducción · 10 minutos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E546B-AB20-497C-9764-7542A74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7 octubre 2026 · 18:30–20:00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7C50C-F34C-440E-BA06-489D9990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704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AI Engineer · José Antonio Nuevo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037B3-7A7C-4C3D-B313-35FF91C5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04950"/>
            <a:ext cx="19050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25C5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966CD-9E6B-4B78-A10A-3160FCA0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Consulta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DBFFF-A2AF-45DC-A39B-3AEDFFD7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19050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5E85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8138A-05EB-4FF3-AF06-3F2EBC2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Traza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634F0-D881-4EE8-8131-FB9E453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62225"/>
            <a:ext cx="57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25C5ED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1637E-8EF4-4D4A-8709-7F2FF248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72050"/>
            <a:ext cx="19050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BA73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D888E-BA62-49E5-820A-83664148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578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D4BBA-3B12-49D4-AA02-E83790F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95775"/>
            <a:ext cx="57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BA73FF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6186506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45a630bf94bb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4cf9cb36d4500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7466E-74F1-4FE2-BC6D-9A943AC7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Antes de empezar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F01DC-544D-4BB4-9F97-4E31478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S6 · AI Engineer   02/08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4DF7-C252-4E37-AF36-175BD38E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647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Escanea el QR para valorar</a:t>
            </a:r>
          </a:p>
          <a:p xmlns:a="http://schemas.openxmlformats.org/drawingml/2006/main">
            <a:pPr>
              <a:defRPr sz="277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la clase anterior.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A06F1-BF22-4DDD-B1EB-6DCAB65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Hoy observaremos el agente que construimos el lunes.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fba85a68c4339"/>
          <a:stretch xmlns:a="http://schemas.openxmlformats.org/drawingml/2006/main"/>
        </p:blipFill>
        <p:spPr>
          <a:xfrm xmlns:a="http://schemas.openxmlformats.org/drawingml/2006/main">
            <a:off x="7810500" y="2009775"/>
            <a:ext cx="3429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12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0268e0f044b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b27a4d468417f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25342-72EB-44EC-B40C-F82A48B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es observabilidad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DB704-86F1-4B05-95D7-66A22DBA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S6 · AI Engineer   03/08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830FF-BA57-4C09-B45D-DC103560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04975"/>
            <a:ext cx="108585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Reconstruir qué ocurrió dentro</a:t>
            </a:r>
          </a:p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del agente a partir de su ejecución.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41E4F-8ADE-45C0-A814-A096BA0F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Recorrido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7F1D8-020D-4BBB-AC80-9AE8624B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9087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pasos y herramientas utilizó.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5810E-C776-41E1-9F87-0C898555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Consumo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FA9CE-90FA-400E-92FD-8DD6DA5E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7192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Cuánto tardó y cuántos tokens usó.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90C91-BBF6-422C-9103-B24D8896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E988D-6A61-4862-9C74-0C54F80B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5297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Dónde falló y si respondió bien.</a:t>
            </a:r>
          </a:p>
        </p:txBody>
      </p:sp>
    </p:spTree>
    <p:extLst>
      <p:ext uri="{BB962C8B-B14F-4D97-AF65-F5344CB8AC3E}">
        <p14:creationId xmlns:p14="http://schemas.microsoft.com/office/powerpoint/2010/main" val="8223250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abc400e88478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c741878274d56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6DFBA-7482-45D2-8CE6-DB0F4175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Dos plataformas, el mismo agente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51293-ECEB-4277-840F-421DD089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S6 · AI Engineer   04/08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D98A3-89D6-4776-986E-DF3730A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257800" cy="3362325"/>
          </a:xfrm>
          <a:prstGeom xmlns:a="http://schemas.openxmlformats.org/drawingml/2006/main" prst="roundRect">
            <a:avLst>
              <a:gd name="adj" fmla="val 3399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AC340-D85E-4308-8F87-4348953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5257800" cy="3362325"/>
          </a:xfrm>
          <a:prstGeom xmlns:a="http://schemas.openxmlformats.org/drawingml/2006/main" prst="roundRect">
            <a:avLst>
              <a:gd name="adj" fmla="val 3399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ABAD2-36A9-4DE9-AE3A-3733020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LangSmith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C8D9A-45F9-4D8F-9388-57DA8C37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Langfuse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961D5-AC5A-4F18-9843-33816048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4857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Trazas y evaluación de agentes.</a:t>
            </a:r>
          </a:p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Prompts y contexto de ejecución.</a:t>
            </a:r>
          </a:p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Seguiremos el árbol y los</a:t>
            </a:r>
          </a:p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mensajes del agente.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DDBFE-3DB1-4B13-B0E6-E9F0B9C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67025"/>
            <a:ext cx="4857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Trazas, sesiones y generaciones.</a:t>
            </a:r>
          </a:p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Prompts, métricas y evaluación.</a:t>
            </a:r>
          </a:p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Compararemos cómo localizar</a:t>
            </a:r>
          </a:p>
          <a:p xmlns:a="http://schemas.openxmlformats.org/drawingml/2006/main">
            <a:pPr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el mismo caso.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1C76E-3137-49F2-BB95-E313A05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Capacidades compartidas; probaremos ambas sobre el mismo grafo.</a:t>
            </a:r>
          </a:p>
        </p:txBody>
      </p:sp>
    </p:spTree>
    <p:extLst>
      <p:ext uri="{BB962C8B-B14F-4D97-AF65-F5344CB8AC3E}">
        <p14:creationId xmlns:p14="http://schemas.microsoft.com/office/powerpoint/2010/main" val="11291450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4d00160f848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a4beb3b24463d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78720-77DB-4765-97CA-8599E80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veremos en una traza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63B7A-AD22-4163-B640-AB75BB01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S6 · AI Engineer   05/08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5CB37-49C9-41FE-AF6A-EE2A0977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BA979-CAAF-4446-9857-59A7DFE9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Consulta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088E5-CAB8-4D2F-9C78-DB312216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Una raíz por petición</a:t>
            </a:r>
          </a:p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y un hilo de conversación.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D5040-DA5F-44E0-8B50-0628586F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BE751-828E-48F0-B3B5-C6308A6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Pasos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C4546-8C2E-4FA6-A531-019C8D31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Llamadas al modelo,</a:t>
            </a:r>
          </a:p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tools y sus resultados.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E100B-664E-4CDC-8F22-1489816F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ADA5F-EFC8-4ECF-9EBD-64D3B36B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Métricas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48A0F-9EC6-4C53-9D3D-DBC945B8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Tiempo, tokens, errores</a:t>
            </a:r>
          </a:p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y coste con procedencia.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7D146-B0F9-4503-921F-697C2D0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Que exista una respuesta no significa que sea correcta.</a:t>
            </a:r>
          </a:p>
        </p:txBody>
      </p:sp>
    </p:spTree>
    <p:extLst>
      <p:ext uri="{BB962C8B-B14F-4D97-AF65-F5344CB8AC3E}">
        <p14:creationId xmlns:p14="http://schemas.microsoft.com/office/powerpoint/2010/main" val="4531289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4b47e7ecc4e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eccef26a74e78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D9092-630B-4B1F-AD40-B12935E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vamos a hacer hoy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91F3E-7F5C-475A-B1E8-020BDB3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S6 · AI Engineer   06/08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6686E-46A2-413B-BB18-6737A417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04975"/>
            <a:ext cx="108585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Instrumentar el soporte del lunes</a:t>
            </a:r>
          </a:p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y aprender a depurarlo con evidencia.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49458-B57C-42EF-A3B3-39DF7CA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Registrar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AFB17-621B-40B9-AA1F-FFAAB3A8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Trazas en ambas plataformas.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929E4-E49F-4533-A8A1-AF826E6F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Comparar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119E0-7DAB-4A18-A590-5314E1A9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Dos prompts sobre diez consultas.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456A0-5A91-486E-BD58-D7E25F4B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Depurar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ADB38-ECA3-4574-8F1D-5133673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Un fallo, un retraso y datos ocultos.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3EEF5-20D8-431C-BD4C-3FA5EFAB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Mismo código del agente; añadimos visibilidad y evaluación.</a:t>
            </a:r>
          </a:p>
        </p:txBody>
      </p:sp>
    </p:spTree>
    <p:extLst>
      <p:ext uri="{BB962C8B-B14F-4D97-AF65-F5344CB8AC3E}">
        <p14:creationId xmlns:p14="http://schemas.microsoft.com/office/powerpoint/2010/main" val="7119428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fb453c09148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45e4bfe764e93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8DF96-1F56-4A32-89F8-8117BCFF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Cómo lo haremos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E281D-D4CA-4788-B778-896DFCC2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S6 · AI Engineer   07/08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A893E-7B7B-4198-9F2D-E055E861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AC43B-9C77-47DE-B612-9A437E1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BC6A9-0023-4B7B-A5E0-E6AA6E2A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A47E3-E952-4096-A222-7D04D29E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FBDB4-41E7-46B3-A922-D5BC54A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0C51D-DC15-4CFD-9487-C64AB6EE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AB458-3FB7-4F10-B25F-29FC483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38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Trazas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FD60B-4738-4104-A63A-F25A656B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F7187-D3A3-4E53-B4A6-164DABF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5E701-AD2B-418C-B637-119E0593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7F5B0-F00F-46C8-8DE1-7B5AEEBD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FEB0B-4FA9-4665-8E96-8FFD1F8B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EAFB3-83A0-44CF-9076-AAA160F4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3B9CA-78AD-4F65-8283-3E5F0E7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724F1-1638-4F4A-817B-7BA337D9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38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Comparar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3ECE0-F7F5-4A30-BB7E-D4BECF4D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22524-92AA-46C7-92D2-290ADD60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ABB89-0949-4C58-AC11-A3AC6ACA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3A39B-70F6-4256-9103-F6E12FB5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385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Privacidad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D8DD6-1F91-41E0-B591-FA204835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Ejecutar → observar → cambiar una versión → comparar con los mismos casos.</a:t>
            </a:r>
          </a:p>
        </p:txBody>
      </p:sp>
    </p:spTree>
    <p:extLst>
      <p:ext uri="{BB962C8B-B14F-4D97-AF65-F5344CB8AC3E}">
        <p14:creationId xmlns:p14="http://schemas.microsoft.com/office/powerpoint/2010/main" val="16133648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247a0e4c74b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c91781dbf4a3b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A4DF-D424-48FA-9866-FFE95FD9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debe quedar demostrado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02D4B-5F34-478B-9FA5-E512A13A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S6 · AI Engineer   08/08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8800E-FA89-46C0-9FDA-BFF34C80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96700-1670-4545-AE07-02EDFAB5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3B61C-8D6C-45A3-AF89-53C234A0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Relacionar una respuesta con</a:t>
            </a:r>
          </a:p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su recorrido y su prompt.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7FF93-9912-4781-B9F5-627C7B09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A6063-40F1-4507-9841-395AE88E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Comparación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21133-6925-470C-BC5D-8984E59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Interpretar métricas y fallos</a:t>
            </a:r>
          </a:p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sin ocultar resultados.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49A79-B301-4A3C-8059-626C0323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23A17-6E4F-4BFC-A9EF-8C4D2A0C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Privacidad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19652-C3F0-477E-9453-24DDEEA6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Leer los datos filtrados</a:t>
            </a:r>
          </a:p>
          <a:p xmlns:a="http://schemas.openxmlformats.org/drawingml/2006/main">
            <a:pPr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en ambas plataformas.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0C569-3DBD-4E95-9FDA-5558AA58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Pasamos a la terminal y a las plataformas. La presentación termina aquí.</a:t>
            </a:r>
          </a:p>
        </p:txBody>
      </p:sp>
    </p:spTree>
    <p:extLst>
      <p:ext uri="{BB962C8B-B14F-4D97-AF65-F5344CB8AC3E}">
        <p14:creationId xmlns:p14="http://schemas.microsoft.com/office/powerpoint/2010/main" val="12557068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2026-10-04T11:09:05.2130000Z</dcterms:created>
  <dcterms:modified xsi:type="dcterms:W3CDTF">2026-10-04T11:09:05.2130000Z</dcterms:modified>
</coreProperties>
</file>