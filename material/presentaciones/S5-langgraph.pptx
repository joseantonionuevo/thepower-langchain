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5df5fcbe654580" /><Relationship Type="http://schemas.openxmlformats.org/officeDocument/2006/relationships/extended-properties" Target="/docProps/app.xml" Id="R77356a5f8dcc4efa" /><Relationship Type="http://schemas.openxmlformats.org/officeDocument/2006/relationships/officeDocument" Target="/ppt/presentation.xml" Id="R2deecd793f934b4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dc7fc91b51f49cf"/>
  </p:sldMasterIdLst>
  <p:notesMasterIdLst>
    <p:notesMasterId xmlns:r="http://schemas.openxmlformats.org/officeDocument/2006/relationships" r:id="Ra80816a445d54acc"/>
  </p:notesMasterIdLst>
  <p:sldIdLst>
    <p:sldId xmlns:r="http://schemas.openxmlformats.org/officeDocument/2006/relationships" id="256" r:id="R0851ceb1724645a0"/>
    <p:sldId xmlns:r="http://schemas.openxmlformats.org/officeDocument/2006/relationships" id="257" r:id="R6e71e82fe3184d15"/>
    <p:sldId xmlns:r="http://schemas.openxmlformats.org/officeDocument/2006/relationships" id="258" r:id="R82a41da17c0a47e5"/>
    <p:sldId xmlns:r="http://schemas.openxmlformats.org/officeDocument/2006/relationships" id="259" r:id="R0c44254bd19b4f4a"/>
    <p:sldId xmlns:r="http://schemas.openxmlformats.org/officeDocument/2006/relationships" id="260" r:id="Refab03169df24b55"/>
    <p:sldId xmlns:r="http://schemas.openxmlformats.org/officeDocument/2006/relationships" id="261" r:id="R750ddc00d6464344"/>
    <p:sldId xmlns:r="http://schemas.openxmlformats.org/officeDocument/2006/relationships" id="262" r:id="R0a3a762d7d154427"/>
    <p:sldId xmlns:r="http://schemas.openxmlformats.org/officeDocument/2006/relationships" id="263" r:id="Re2bdb622b85a4f84"/>
  </p:sldIdLst>
  <p:sldSz cx="12192000" cy="6858000"/>
  <p:notesSz cx="6858000" cy="9144000"/>
  <p:embeddedFontLst>
    <p:embeddedFont>
      <p:font typeface="Inter"/>
      <p:regular xmlns:r="http://schemas.openxmlformats.org/officeDocument/2006/relationships" r:id="Re18dfc582e1a480a"/>
      <p:bold xmlns:r="http://schemas.openxmlformats.org/officeDocument/2006/relationships" r:id="R3069fa62f2854831"/>
      <p:italic xmlns:r="http://schemas.openxmlformats.org/officeDocument/2006/relationships" r:id="Rdd42fe2930e344d7"/>
      <p:boldItalic xmlns:r="http://schemas.openxmlformats.org/officeDocument/2006/relationships" r:id="R2f03e1097bd240c7"/>
    </p:embeddedFont>
    <p:embeddedFont>
      <p:font typeface="Fira Code"/>
      <p:regular xmlns:r="http://schemas.openxmlformats.org/officeDocument/2006/relationships" r:id="Rfd9acb63e62f418a"/>
      <p:bold xmlns:r="http://schemas.openxmlformats.org/officeDocument/2006/relationships" r:id="Reb0199f9d95041b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A4338FCB-8677-43D3-963D-C3D86BA02EA8}">
  <a:tblStyle styleId="{A4338FCB-8677-43D3-963D-C3D86BA02E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b63cdbe7e242f8" /><Relationship Type="http://schemas.openxmlformats.org/officeDocument/2006/relationships/slideMaster" Target="/ppt/slideMasters/slideMaster1.xml" Id="Rfdc7fc91b51f49cf" /><Relationship Type="http://schemas.openxmlformats.org/officeDocument/2006/relationships/notesMaster" Target="/ppt/notesMasters/notesMaster1.xml" Id="Ra80816a445d54acc" /><Relationship Type="http://schemas.openxmlformats.org/officeDocument/2006/relationships/presProps" Target="/ppt/presProps.xml" Id="R4f59d5c6ccc347e3" /><Relationship Type="http://schemas.openxmlformats.org/officeDocument/2006/relationships/viewProps" Target="/ppt/viewProps.xml" Id="Rc8307f3d6f214a15" /><Relationship Type="http://schemas.openxmlformats.org/officeDocument/2006/relationships/tableStyles" Target="/ppt/tableStyles.xml" Id="R262e8a5dda6b4eff" /><Relationship Type="http://schemas.openxmlformats.org/officeDocument/2006/relationships/font" Target="/ppt/fonts/font.dat" Id="Re18dfc582e1a480a" /><Relationship Type="http://schemas.openxmlformats.org/officeDocument/2006/relationships/font" Target="/ppt/fonts/font2.dat" Id="R3069fa62f2854831" /><Relationship Type="http://schemas.openxmlformats.org/officeDocument/2006/relationships/font" Target="/ppt/fonts/font3.dat" Id="Rdd42fe2930e344d7" /><Relationship Type="http://schemas.openxmlformats.org/officeDocument/2006/relationships/font" Target="/ppt/fonts/font4.dat" Id="R2f03e1097bd240c7" /><Relationship Type="http://schemas.openxmlformats.org/officeDocument/2006/relationships/font" Target="/ppt/fonts/font5.dat" Id="Rfd9acb63e62f418a" /><Relationship Type="http://schemas.openxmlformats.org/officeDocument/2006/relationships/font" Target="/ppt/fonts/font6.dat" Id="Reb0199f9d95041be" /><Relationship Type="http://schemas.openxmlformats.org/officeDocument/2006/relationships/slide" Target="/ppt/slides/slide1.xml" Id="R0851ceb1724645a0" /><Relationship Type="http://schemas.openxmlformats.org/officeDocument/2006/relationships/slide" Target="/ppt/slides/slide2.xml" Id="R6e71e82fe3184d15" /><Relationship Type="http://schemas.openxmlformats.org/officeDocument/2006/relationships/slide" Target="/ppt/slides/slide3.xml" Id="R82a41da17c0a47e5" /><Relationship Type="http://schemas.openxmlformats.org/officeDocument/2006/relationships/slide" Target="/ppt/slides/slide4.xml" Id="R0c44254bd19b4f4a" /><Relationship Type="http://schemas.openxmlformats.org/officeDocument/2006/relationships/slide" Target="/ppt/slides/slide5.xml" Id="Refab03169df24b55" /><Relationship Type="http://schemas.openxmlformats.org/officeDocument/2006/relationships/slide" Target="/ppt/slides/slide6.xml" Id="R750ddc00d6464344" /><Relationship Type="http://schemas.openxmlformats.org/officeDocument/2006/relationships/slide" Target="/ppt/slides/slide7.xml" Id="R0a3a762d7d154427" /><Relationship Type="http://schemas.openxmlformats.org/officeDocument/2006/relationships/slide" Target="/ppt/slides/slide8.xml" Id="Re2bdb622b85a4f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c8fa6fbe6f48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aab0dd508a49f5" /><Relationship Type="http://schemas.openxmlformats.org/officeDocument/2006/relationships/notesMaster" Target="/ppt/notesMasters/notesMaster1.xml" Id="R51b44f96e4a64b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a3df0816cc4696" /><Relationship Type="http://schemas.openxmlformats.org/officeDocument/2006/relationships/notesMaster" Target="/ppt/notesMasters/notesMaster1.xml" Id="R994720c6f7a646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2b72c7f1e44a02" /><Relationship Type="http://schemas.openxmlformats.org/officeDocument/2006/relationships/notesMaster" Target="/ppt/notesMasters/notesMaster1.xml" Id="Ra78a298ffb0d42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a6bd9379c94af3" /><Relationship Type="http://schemas.openxmlformats.org/officeDocument/2006/relationships/notesMaster" Target="/ppt/notesMasters/notesMaster1.xml" Id="Rafcdfa31077d4a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893f4c17404634" /><Relationship Type="http://schemas.openxmlformats.org/officeDocument/2006/relationships/notesMaster" Target="/ppt/notesMasters/notesMaster1.xml" Id="Re43fd97a3d6c45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a648075cff40fc" /><Relationship Type="http://schemas.openxmlformats.org/officeDocument/2006/relationships/notesMaster" Target="/ppt/notesMasters/notesMaster1.xml" Id="R3093ef7510034c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0a99c740694738" /><Relationship Type="http://schemas.openxmlformats.org/officeDocument/2006/relationships/notesMaster" Target="/ppt/notesMasters/notesMaster1.xml" Id="R267f20c76e8d4b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83fc8243694db3" /><Relationship Type="http://schemas.openxmlformats.org/officeDocument/2006/relationships/notesMaster" Target="/ppt/notesMasters/notesMaster1.xml" Id="R27d0a1275709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30 segundos.</a:t>
            </a:r>
          </a:p>
          <a:p xmlns:a="http://schemas.openxmlformats.org/drawingml/2006/main">
            <a:r>
              <a:t>Presentar el objetivo: diseñar el recorrido de un agente y construir un asistente de soporte. Esta presentación dura diez minutos y se cierra después. No explicar parámetros del proveedor ni ejecutar comandos todavía.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45 segundos.</a:t>
            </a:r>
          </a:p>
          <a:p xmlns:a="http://schemas.openxmlformats.org/drawingml/2006/main">
            <a:r>
              <a:t>Mostrar el QR original de AI Engineer y aclarar que evalúa la clase anterior. Dejar unos segundos para escanear. No es la entrega del ejercicio.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75 segundos.</a:t>
            </a:r>
          </a:p>
          <a:p xmlns:a="http://schemas.openxmlformats.org/drawingml/2006/main">
            <a:r>
              <a:t>Definir LangGraph como framework y runtime de orquestación. Un grafo puede combinar funciones deterministas y llamadas a modelos. Un nodo no tiene que ser un LLM. El modelo puede decidir una acción, pero el código define qué se puede ejecutar.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120 segundos.</a:t>
            </a:r>
          </a:p>
          <a:p xmlns:a="http://schemas.openxmlformats.org/drawingml/2006/main">
            <a:r>
              <a:t>No explicar LangChain como si solo permitiera flujos lineales: también ofrece agentes y sus abstracciones se apoyan en LangGraph. LangChain facilita componentes y agentes de nivel superior; con LangGraph dibujamos y controlamos explícitamente el flujo. Nuestro ejemplo usa mensajes y tools de LangChain dentro del grafo. LangGraph también puede utilizarse sin LangChain. Dedicar dos minutos a esta distinción.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90 segundos.</a:t>
            </a:r>
          </a:p>
          <a:p xmlns:a="http://schemas.openxmlformats.org/drawingml/2006/main">
            <a:r>
              <a:t>Explicar las tres piezas. Dibujar oralmente el ciclo chatbot → herramienta → chatbot y la ruta directa a la respuesta. El estado no es por sí solo memoria persistente; para conservarlo entre procesos usaremos un checkpointer.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90 segundos.</a:t>
            </a:r>
          </a:p>
          <a:p xmlns:a="http://schemas.openxmlformats.org/drawingml/2006/main">
            <a:r>
              <a:t>Presentar el caso sin enseñar aún el código. Una consulta de ticket sale de datos locales y verificables, no de la memoria del modelo. Las dos tools son consultar_ticket y buscar_articulo. Completaremos persistencia SQLite, separación de hilos y límites. No habrá frontend ni despliegue.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90 segundos.</a:t>
            </a:r>
          </a:p>
          <a:p xmlns:a="http://schemas.openxmlformats.org/drawingml/2006/main">
            <a:r>
              <a:t>Explicar las cinco etapas del directo. Primero sin modelo, después mensajes, luego funciones de soporte, persistencia entre procesos y finalmente integración con límites. Los ejemplos principales comparten núcleo; las pruebas simuladas fuerzan errores y presupuesto sin consumir APIs. La TUI con juez/validador es una ampliación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· 60 segundos.</a:t>
            </a:r>
          </a:p>
          <a:p xmlns:a="http://schemas.openxmlformats.org/drawingml/2006/main">
            <a:r>
              <a:t>Cerrar la introducción a los diez minutos. Señalar el criterio de éxito: herramientas verificables, continuidad y aislamiento, límite y errores. Cerrar el modo presentación y continuar toda la práctica desde código/terminal. Los requisitos detallados y los comandos están en el guion privado y en el enunciado.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 la diapositiva 8, cerrar la presentación y seguir el guion práctico.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https://docs.langchain.com/oss/python/langgraph/overview</a:t>
            </a:r>
          </a:p>
          <a:p xmlns:a="http://schemas.openxmlformats.org/drawingml/2006/main">
            <a:r>
              <a:t>https://docs.langchain.com/oss/python/langchain/overview</a:t>
            </a:r>
          </a:p>
          <a:p xmlns:a="http://schemas.openxmlformats.org/drawingml/2006/main">
            <a:r>
              <a:t>Repositorio app/soporte y ejercicios enviados a Laura. Logo thePower: asset original del deck de referencia, sin modificar.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08e6867d445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f7ccba83147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0a416cbb344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1c861bf2e47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e93b88b3a45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c08d6acf942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7a8047d0a48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8587807bd4e0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a0828ceb24e5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a0ca4a6af4e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cc19fbc6f4a0f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A1E5033-91BE-4AAE-9E5B-FDB417E02A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2426B880-EAE4-4FCB-B5FB-842EA172B5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1969CA65-6817-42BA-8645-4DC882A79A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89A99A1A-8763-4D9C-BA51-AE5CE267A0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4311C483-F580-4435-8769-11A3EE0E4C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CFDC334F-0918-4A3F-BAAE-F1F7AF207E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C9035966-2AE0-4967-8DF4-E5A07B7B99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88D1A1C7-3E4B-43B8-B926-E0A2785A02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94208A96-3954-4891-91CF-A03E576E8F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3B0AE68C-3DAF-4480-BEAB-9D4A1DB94F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26274D71-9339-4DFB-944B-C5012DC9D7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B3F2A32D-0A53-4132-BD30-46176C11C3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1A817F1A-1608-4D5C-92DC-303DC33221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C3C1E089-D588-4FC1-911F-F53B2E2E0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25D2BBD1-5FD0-4405-AC4A-B8BE7A1CF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6E45B6F7-3F2E-42D4-B37B-26DF5C786E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28D637BE-BFB3-4529-94BA-0CBB30C2E6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9B39041E-1569-48BB-B676-B0593044E4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A18A2FDE-A869-42B9-973F-8EBE5D3E6D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8F2231ED-84C0-4806-9215-BFCA178178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F8F0C219-AE28-45EC-A74C-B83987250C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999A8D66-7FC7-4A24-AB7C-E827D516E8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AC1BB3BB-7AE4-4FC7-AFF9-4EEF95D612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EA261A0-953B-4C0E-8F6D-B0FFE6589B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38A20A58-EDBE-458F-A12F-416D0CA920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49C24556-4465-4B1B-A27A-0864817764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0FDFD93C-153B-4011-B567-2E46D6E1E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13A33724-6CE9-4389-B68B-913C8FF0255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4D095F7D-4C7E-4A8C-B6A2-F5ECEA1761F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B0D1FA79-7658-4ECA-BFD3-36C714F798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C0B03DA5-4362-49A0-ABB8-0C42AECFC7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0794970C-6322-489C-885A-1CD380F65F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24EB63BF-7275-414D-B488-B70E980A1A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77F2AFF8-321D-40BA-B4DC-27B92DDB20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33C07297-AE40-407A-8651-10610F2AB6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DB67CCF4-599C-45EA-BA7E-6782020F8A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02DD0D0A-8803-4497-928F-FFE977B51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F965F3B5-2CEE-4E4C-8518-B50543DA02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2825010B-27CC-47FF-88FD-480C83E235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36B59103-CCBA-49AA-BCE1-BD9B480B13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C903B2C-FC00-4F41-939C-C9FF3609B6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413C992B-78C2-4C8C-A8BD-E48CAAC5D2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074BDA16-6CEF-4915-A625-6C6B717B7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97820AE6-F2DC-43B9-BCA5-292EC082011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B319CE4F-11C8-4CCB-BF34-61DF1BEBA4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295C393B-4A37-4E4A-9184-B7B18AED51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8248C50E-5FFE-4B6A-ADBC-0D4C1F7E25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986074E4-F461-4710-AF5D-F2D209C354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A61E1D73-C07F-46A5-BB25-F7CFB6C9CA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439696D2-D567-4218-AF87-D68A81FAAF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10A85F33-6B3A-471F-A400-D637311E75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7B20C1EE-459D-420A-B956-ACB9F3D322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F69C909D-6C7C-4373-8CE8-A66A2C16E0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BA1135D7-6874-4F65-87BA-2AA2086323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7F5EEFB5-FE22-4B2A-9200-3208C7936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19AE3A38-2CC5-43A5-ACF0-2273B87CDF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51E4476E-C928-4C35-B24D-DB09FA9494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D1048209-78EF-4A28-A9AA-ADB2163B72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1c6f8bf3da4319" /><Relationship Type="http://schemas.openxmlformats.org/officeDocument/2006/relationships/slideLayout" Target="/ppt/slideLayouts/slideLayout1.xml" Id="R11f831d4a29c45e3" /><Relationship Type="http://schemas.openxmlformats.org/officeDocument/2006/relationships/slideLayout" Target="/ppt/slideLayouts/slideLayout2.xml" Id="R9a09ff3a1a2a4cec" /><Relationship Type="http://schemas.openxmlformats.org/officeDocument/2006/relationships/slideLayout" Target="/ppt/slideLayouts/slideLayout3.xml" Id="Rc0baae6bb8574fcf" /><Relationship Type="http://schemas.openxmlformats.org/officeDocument/2006/relationships/slideLayout" Target="/ppt/slideLayouts/slideLayout4.xml" Id="R1336c6a448af48b4" /><Relationship Type="http://schemas.openxmlformats.org/officeDocument/2006/relationships/slideLayout" Target="/ppt/slideLayouts/slideLayout5.xml" Id="R37ee7f0255f04fa6" /><Relationship Type="http://schemas.openxmlformats.org/officeDocument/2006/relationships/slideLayout" Target="/ppt/slideLayouts/slideLayout6.xml" Id="R750fab30843b43e8" /><Relationship Type="http://schemas.openxmlformats.org/officeDocument/2006/relationships/slideLayout" Target="/ppt/slideLayouts/slideLayout7.xml" Id="Ra9729f0de28d44e3" /><Relationship Type="http://schemas.openxmlformats.org/officeDocument/2006/relationships/slideLayout" Target="/ppt/slideLayouts/slideLayout8.xml" Id="Re84b7dc6339045a9" /><Relationship Type="http://schemas.openxmlformats.org/officeDocument/2006/relationships/slideLayout" Target="/ppt/slideLayouts/slideLayout9.xml" Id="R5dab3181b1ab4864" /><Relationship Type="http://schemas.openxmlformats.org/officeDocument/2006/relationships/slideLayout" Target="/ppt/slideLayouts/slideLayout10.xml" Id="R7b6091def4fe457f" /><Relationship Type="http://schemas.openxmlformats.org/officeDocument/2006/relationships/slideLayout" Target="/ppt/slideLayouts/slideLayout11.xml" Id="R50f0973d5ac44fa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5E82808D-D083-4528-A61B-DCDF915C2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90220A19-669A-42FD-998D-67F2BD9073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0276C44-37DB-4064-B2F1-9426EDF233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6DB603FD-9105-41BA-A1D1-9510F9CFAC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BD5F102B-075F-4372-9B56-9606C78201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f831d4a29c45e3"/>
    <p:sldLayoutId xmlns:r="http://schemas.openxmlformats.org/officeDocument/2006/relationships" id="2147483650" r:id="R9a09ff3a1a2a4cec"/>
    <p:sldLayoutId xmlns:r="http://schemas.openxmlformats.org/officeDocument/2006/relationships" id="2147483651" r:id="Rc0baae6bb8574fcf"/>
    <p:sldLayoutId xmlns:r="http://schemas.openxmlformats.org/officeDocument/2006/relationships" id="2147483652" r:id="R1336c6a448af48b4"/>
    <p:sldLayoutId xmlns:r="http://schemas.openxmlformats.org/officeDocument/2006/relationships" id="2147483653" r:id="R37ee7f0255f04fa6"/>
    <p:sldLayoutId xmlns:r="http://schemas.openxmlformats.org/officeDocument/2006/relationships" id="2147483654" r:id="R750fab30843b43e8"/>
    <p:sldLayoutId xmlns:r="http://schemas.openxmlformats.org/officeDocument/2006/relationships" id="2147483655" r:id="Ra9729f0de28d44e3"/>
    <p:sldLayoutId xmlns:r="http://schemas.openxmlformats.org/officeDocument/2006/relationships" id="2147483656" r:id="Re84b7dc6339045a9"/>
    <p:sldLayoutId xmlns:r="http://schemas.openxmlformats.org/officeDocument/2006/relationships" id="2147483657" r:id="R5dab3181b1ab4864"/>
    <p:sldLayoutId xmlns:r="http://schemas.openxmlformats.org/officeDocument/2006/relationships" id="2147483658" r:id="R7b6091def4fe457f"/>
    <p:sldLayoutId xmlns:r="http://schemas.openxmlformats.org/officeDocument/2006/relationships" id="2147483659" r:id="R50f0973d5ac44fa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993737d0f4096" /><Relationship Type="http://schemas.openxmlformats.org/officeDocument/2006/relationships/image" Target="/ppt/media/image.png" Id="R1544f64c3a57472f" /><Relationship Type="http://schemas.openxmlformats.org/officeDocument/2006/relationships/image" Target="/ppt/media/image2.png" Id="R087eb34a8f274f5d" /><Relationship Type="http://schemas.openxmlformats.org/officeDocument/2006/relationships/notesSlide" Target="/ppt/notesSlides/notesSlide1.xml" Id="R0093aa9451ba45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d09949e21453b" /><Relationship Type="http://schemas.openxmlformats.org/officeDocument/2006/relationships/image" Target="/ppt/media/image3.png" Id="R772b5ba85f9f4bd4" /><Relationship Type="http://schemas.openxmlformats.org/officeDocument/2006/relationships/image" Target="/ppt/media/image4.png" Id="R5399b8c4d2b6424f" /><Relationship Type="http://schemas.openxmlformats.org/officeDocument/2006/relationships/image" Target="/ppt/media/image.jpeg" Id="Ra74af872ea234768" /><Relationship Type="http://schemas.openxmlformats.org/officeDocument/2006/relationships/notesSlide" Target="/ppt/notesSlides/notesSlide2.xml" Id="R01a962c13afd45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50a7dd2054153" /><Relationship Type="http://schemas.openxmlformats.org/officeDocument/2006/relationships/image" Target="/ppt/media/image5.png" Id="Re287f3fa776249d3" /><Relationship Type="http://schemas.openxmlformats.org/officeDocument/2006/relationships/image" Target="/ppt/media/image6.png" Id="R812538e3dcc544bc" /><Relationship Type="http://schemas.openxmlformats.org/officeDocument/2006/relationships/notesSlide" Target="/ppt/notesSlides/notesSlide3.xml" Id="Rb3deccb0d0804a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65080aa0a42d5" /><Relationship Type="http://schemas.openxmlformats.org/officeDocument/2006/relationships/image" Target="/ppt/media/image7.png" Id="Rf39b4297fb9944a8" /><Relationship Type="http://schemas.openxmlformats.org/officeDocument/2006/relationships/image" Target="/ppt/media/image8.png" Id="R9cda39c897eb4579" /><Relationship Type="http://schemas.openxmlformats.org/officeDocument/2006/relationships/notesSlide" Target="/ppt/notesSlides/notesSlide4.xml" Id="Reb2bc2a48cb549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f364caa8f48f0" /><Relationship Type="http://schemas.openxmlformats.org/officeDocument/2006/relationships/image" Target="/ppt/media/image9.png" Id="R0d7588a475c74736" /><Relationship Type="http://schemas.openxmlformats.org/officeDocument/2006/relationships/image" Target="/ppt/media/image10.png" Id="R60ada92e495e4f5c" /><Relationship Type="http://schemas.openxmlformats.org/officeDocument/2006/relationships/notesSlide" Target="/ppt/notesSlides/notesSlide5.xml" Id="R4393b1db495d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1f0ed4f1e4604" /><Relationship Type="http://schemas.openxmlformats.org/officeDocument/2006/relationships/image" Target="/ppt/media/image11.png" Id="Rde41e0e4f9b143b4" /><Relationship Type="http://schemas.openxmlformats.org/officeDocument/2006/relationships/image" Target="/ppt/media/image12.png" Id="R3f2b0b307ce04bf6" /><Relationship Type="http://schemas.openxmlformats.org/officeDocument/2006/relationships/notesSlide" Target="/ppt/notesSlides/notesSlide6.xml" Id="R7851a7abb78a4d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d1f4adf8a4721" /><Relationship Type="http://schemas.openxmlformats.org/officeDocument/2006/relationships/image" Target="/ppt/media/image13.png" Id="R9c65a122b26241cc" /><Relationship Type="http://schemas.openxmlformats.org/officeDocument/2006/relationships/image" Target="/ppt/media/image14.png" Id="R4dbd3dfef9a84574" /><Relationship Type="http://schemas.openxmlformats.org/officeDocument/2006/relationships/notesSlide" Target="/ppt/notesSlides/notesSlide7.xml" Id="R709539d2d0cd4e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b78bd550a4fe7" /><Relationship Type="http://schemas.openxmlformats.org/officeDocument/2006/relationships/image" Target="/ppt/media/image15.png" Id="Red624cb467234793" /><Relationship Type="http://schemas.openxmlformats.org/officeDocument/2006/relationships/image" Target="/ppt/media/image16.png" Id="R84870dc8fe4347c7" /><Relationship Type="http://schemas.openxmlformats.org/officeDocument/2006/relationships/notesSlide" Target="/ppt/notesSlides/notesSlide8.xml" Id="Rb1893af19ddf4d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4f64c3a57472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eb34a8f274f5d"/>
          <a:stretch xmlns:a="http://schemas.openxmlformats.org/drawingml/2006/main"/>
        </p:blipFill>
        <p:spPr>
          <a:xfrm xmlns:a="http://schemas.openxmlformats.org/drawingml/2006/main">
            <a:off x="571500" y="334450"/>
            <a:ext cx="2476500" cy="77889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AFBEB-F10F-41B7-98D2-40F98EAC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480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LangGraph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A04F7-F78D-4732-9DEA-B711A48D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7286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A7B7CC"/>
                </a:solidFill>
                <a:latin typeface="Inter"/>
                <a:ea typeface="Inter"/>
                <a:cs typeface="Inter"/>
              </a:rPr>
              <a:t>Estado, decisiones</a:t>
            </a:r>
          </a:p>
          <a:p xmlns:a="http://schemas.openxmlformats.org/drawingml/2006/main">
            <a:pPr>
              <a:buNone/>
              <a:defRPr sz="3300" b="1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A7B7CC"/>
                </a:solidFill>
                <a:latin typeface="Inter"/>
                <a:ea typeface="Inter"/>
                <a:cs typeface="Inter"/>
              </a:rPr>
              <a:t>y memoria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E7CAB-50C8-4FA7-9660-7D8BF4DB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5 octubre 2026 · 18:30–20:00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B5C2A-9026-4CFB-9861-6A15784F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704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AI Engineer · José Antonio Nuevo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A0998-80CF-4A18-B636-3E79C8BD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04950"/>
            <a:ext cx="1905000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25C5E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01E67-D827-414D-9194-D71C2F67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04950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Estado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582F9-1C55-4423-8306-BDD3E339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1905000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5E85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EA5AF-8FA5-477D-91FF-1A03EC02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Modelo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2498E-B2CE-4875-A8F0-BDDB262C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62225"/>
            <a:ext cx="571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25C5ED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57A21-2DE1-419F-886F-260E5D9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72050"/>
            <a:ext cx="1905000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BA73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D4FB4-0264-4DCF-BBAF-2C27C5F7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72050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3E051-BD80-42E6-A848-C80B0E4E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95775"/>
            <a:ext cx="571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BA73FF"/>
                </a:solidFill>
                <a:latin typeface="Inter"/>
                <a:ea typeface="Inter"/>
                <a:cs typeface="Inter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13238156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b5ba85f9f4bd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9b8c4d2b6424f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E1911-20AF-466B-944A-9A5FDF15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Antes de empezar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3057E-BC6D-419B-8429-D70346A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S5 · AI Engineer   02/08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10E0B-8566-4DC8-B355-EFFD6476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6477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Escanea el QR para valorar</a:t>
            </a:r>
          </a:p>
          <a:p xmlns:a="http://schemas.openxmlformats.org/drawingml/2006/main">
            <a:pPr>
              <a:buNone/>
              <a:defRPr sz="277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77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la clase anterior.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12BC6-2485-4B70-8E7F-F736A2D1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Hoy construiremos un agente de soporte por etapas.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af872ea234768"/>
          <a:stretch xmlns:a="http://schemas.openxmlformats.org/drawingml/2006/main"/>
        </p:blipFill>
        <p:spPr>
          <a:xfrm xmlns:a="http://schemas.openxmlformats.org/drawingml/2006/main">
            <a:off x="7810500" y="2009775"/>
            <a:ext cx="34290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751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7f3fa776249d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538e3dcc544bc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7822D-D5EC-4A22-A2CB-61BA27FA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Qué es LangGraph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15EC7-C798-4B8C-A87A-3D9FA51B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S5 · AI Engineer   03/08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DB499-FA65-493C-A5C3-49767BCC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04975"/>
            <a:ext cx="108585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Un framework para diseñar agentes</a:t>
            </a:r>
          </a:p>
          <a:p xmlns:a="http://schemas.openxmlformats.org/drawingml/2006/main">
            <a:pPr>
              <a:buNone/>
              <a:defRPr sz="28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como grafos con estado.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D0591-59A3-4CC5-B6DD-812451C0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Estado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2E5B8-C283-4341-9959-C88E1A3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9087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Datos que viajan durante la ejecución.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4D395-1601-4577-9C8C-199384AA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BA73FF"/>
                </a:solidFill>
                <a:latin typeface="Inter"/>
                <a:ea typeface="Inter"/>
                <a:cs typeface="Inter"/>
              </a:rPr>
              <a:t>Decisiones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20321-886E-45B2-B8B9-3A1E3ACB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7192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Rutas que el código hace explícitas.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8B933-C01B-4AB8-AF9C-72AF8A25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78C4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FF78C4"/>
                </a:solidFill>
                <a:latin typeface="Inter"/>
                <a:ea typeface="Inter"/>
                <a:cs typeface="Inter"/>
              </a:rPr>
              <a:t>Continuidad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1098E-1BDF-4C3F-9DF3-67190E6A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5297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Guardar y recuperar una conversación.</a:t>
            </a:r>
          </a:p>
        </p:txBody>
      </p:sp>
    </p:spTree>
    <p:extLst>
      <p:ext uri="{BB962C8B-B14F-4D97-AF65-F5344CB8AC3E}">
        <p14:creationId xmlns:p14="http://schemas.microsoft.com/office/powerpoint/2010/main" val="16240216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b4297fb9944a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a39c897eb4579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A4930-9C9E-4A4A-9E83-F086298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LangChain y LangGraph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758B5-8745-4B4A-820C-222AE0A6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S5 · AI Engineer   04/08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0E378-972B-4C5A-AC6D-ED34C6AB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257800" cy="3362325"/>
          </a:xfrm>
          <a:prstGeom xmlns:a="http://schemas.openxmlformats.org/drawingml/2006/main" prst="roundRect">
            <a:avLst>
              <a:gd name="adj" fmla="val 3399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38208-F883-451C-9D7F-0DC9E51F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5257800" cy="3362325"/>
          </a:xfrm>
          <a:prstGeom xmlns:a="http://schemas.openxmlformats.org/drawingml/2006/main" prst="roundRect">
            <a:avLst>
              <a:gd name="adj" fmla="val 3399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9E2E3-729B-476E-B9B9-86073A24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LangChain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6B5FB-B7A4-4A6D-B6FB-40AB39C6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812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BA73FF"/>
                </a:solidFill>
                <a:latin typeface="Inter"/>
                <a:ea typeface="Inter"/>
                <a:cs typeface="Inter"/>
              </a:rPr>
              <a:t>LangGraph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08788-B9BF-43FA-A2E9-B44F9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4857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Componentes e integraciones:</a:t>
            </a:r>
          </a:p>
          <a:p xmlns:a="http://schemas.openxmlformats.org/drawingml/2006/main">
            <a:pPr>
              <a:buNone/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modelos, mensajes y herramientas.</a:t>
            </a:r>
          </a:p>
          <a:p xmlns:a="http://schemas.openxmlformats.org/drawingml/2006/main">
            <a:pPr>
              <a:buNone/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Agentes de mayor nivel con</a:t>
            </a:r>
          </a:p>
          <a:p xmlns:a="http://schemas.openxmlformats.org/drawingml/2006/main">
            <a:pPr>
              <a:buNone/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un bucle ya preparado.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22C66-8FF7-4A00-B12E-D67882EE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67025"/>
            <a:ext cx="4857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Diseño explícito del recorrido:</a:t>
            </a:r>
          </a:p>
          <a:p xmlns:a="http://schemas.openxmlformats.org/drawingml/2006/main">
            <a:pPr>
              <a:buNone/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nodos, rutas y ciclos.</a:t>
            </a:r>
          </a:p>
          <a:p xmlns:a="http://schemas.openxmlformats.org/drawingml/2006/main">
            <a:pPr>
              <a:buNone/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Control del estado y la</a:t>
            </a:r>
          </a:p>
          <a:p xmlns:a="http://schemas.openxmlformats.org/drawingml/2006/main">
            <a:pPr>
              <a:buNone/>
              <a:defRPr sz="2100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persistencia del agente.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2B7DA-D48A-4525-A6FA-1F3BB178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Se complementan: en esta clase combinaremos ambos.</a:t>
            </a:r>
          </a:p>
        </p:txBody>
      </p:sp>
    </p:spTree>
    <p:extLst>
      <p:ext uri="{BB962C8B-B14F-4D97-AF65-F5344CB8AC3E}">
        <p14:creationId xmlns:p14="http://schemas.microsoft.com/office/powerpoint/2010/main" val="20148763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588a475c7473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da92e495e4f5c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B9AA6-61B1-44DB-AD17-8B851E76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Cómo funciona un grafo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C0E24-088E-454A-BB92-578A532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S5 · AI Engineer   05/08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C8750-1174-4243-B71D-935E9940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BDDFB-062D-4DCE-9B1E-72E33EC5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Estado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EDE49-E3A1-4D58-A8E2-7892A7D1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Mensajes, errores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y presupuesto del turno.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47744-0925-4984-BFB0-E68BAC4C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989EE-44C6-4882-9401-4E7AD3DC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BA73FF"/>
                </a:solidFill>
                <a:latin typeface="Inter"/>
                <a:ea typeface="Inter"/>
                <a:cs typeface="Inter"/>
              </a:rPr>
              <a:t>Nodos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141D2-06AC-492C-8D50-BB970239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Funciones que leen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y actualizan el estado.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39661-754C-462E-BE2C-7D34B07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B4CD8-0CD6-4560-AED6-7FD8EDED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78C4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F78C4"/>
                </a:solidFill>
                <a:latin typeface="Inter"/>
                <a:ea typeface="Inter"/>
                <a:cs typeface="Inter"/>
              </a:rPr>
              <a:t>Aristas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CCFA4-8058-4458-9ECE-22F716C6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Conexiones que deciden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qué paso se ejecuta.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5A036-A72B-4D83-9112-1DFAEB1E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Si hace falta una herramienta, el flujo vuelve al modelo.</a:t>
            </a:r>
          </a:p>
        </p:txBody>
      </p:sp>
    </p:spTree>
    <p:extLst>
      <p:ext uri="{BB962C8B-B14F-4D97-AF65-F5344CB8AC3E}">
        <p14:creationId xmlns:p14="http://schemas.microsoft.com/office/powerpoint/2010/main" val="10596043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1e0e4f9b143b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b0b307ce04bf6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C7E73-AC3F-4599-AF8F-7C103595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Qué vamos a construir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6ADEA-D47B-4E11-B0EF-8BFB9FB9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S5 · AI Engineer   06/08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9B2E8-B987-412E-AF34-001D11F6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04975"/>
            <a:ext cx="108585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Un asistente de soporte con</a:t>
            </a:r>
          </a:p>
          <a:p xmlns:a="http://schemas.openxmlformats.org/drawingml/2006/main">
            <a:pPr>
              <a:buNone/>
              <a:defRPr sz="28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datos ficticios y dos herramientas.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56CB0-0D62-45BB-9DA8-2F4A5ADA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Ticket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CDBA1-2086-4DD3-96CC-89240A0C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Consultar el estado de T-100.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90F1D-391E-485C-A8C9-11FEA424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BA73FF"/>
                </a:solidFill>
                <a:latin typeface="Inter"/>
                <a:ea typeface="Inter"/>
                <a:cs typeface="Inter"/>
              </a:rPr>
              <a:t>Ayuda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AF25D-F9F7-4E3E-89BB-E50B3788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Leer el artículo A-10 asociado.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9AF87-0AFE-41FF-B226-E7CE2AB9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78C4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FF78C4"/>
                </a:solidFill>
                <a:latin typeface="Inter"/>
                <a:ea typeface="Inter"/>
                <a:cs typeface="Inter"/>
              </a:rPr>
              <a:t>Memoria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FA5FA-3A73-43F5-BD89-12FB5687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053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Continuar después de reiniciar.</a:t>
            </a:r>
          </a:p>
        </p:txBody>
      </p:sp>
    </p:spTree>
    <p:extLst>
      <p:ext uri="{BB962C8B-B14F-4D97-AF65-F5344CB8AC3E}">
        <p14:creationId xmlns:p14="http://schemas.microsoft.com/office/powerpoint/2010/main" val="10526648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5a122b26241c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d3dfef9a84574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1FD2B-408F-4BCB-A4B6-275054E8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Cómo lo haremos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EAE70-7977-44A4-8281-54DEDDD2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S5 · AI Engineer   07/08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0AD25-7030-4488-9CE4-7B5C0DB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955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803DE-8DE1-458C-963C-3E1D712E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860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220F5-E9F5-4F12-8C9F-B7AD3D2D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670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Grafo fijo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78C5A-94C9-43EE-A5A8-888756F8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242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C5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A8509-C675-41A1-BBBA-5E7333BA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BBEBF-FA8C-4D7A-829E-A353E210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F734F-1F3A-4489-BB44-BE2AB01F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Chatbot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B20D1-BCB6-4137-957E-49AC34D1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242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C5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72533-232B-4D83-BA2E-989598E8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955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BB7A0-AACF-4C6D-BDF2-4E561036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860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19EAD-FCA0-402A-8D7C-B65BFCED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670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DE605-0700-4C2F-80DC-26BF0852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242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C5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8A140-E3FA-4B8A-8824-6F981F5E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955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A06AC-8C47-46AF-889F-A4C8148D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E3736-8769-4AF7-B0F2-36A4EDEF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670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SQLite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30C2D-84C2-4236-89E8-812A1D36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242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C5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9731E-321C-42C1-81F1-BBC63883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29E88-00EA-45B0-83F6-1476DCA2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860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837EC-FD2F-48D8-91FA-44B24080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670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Agente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15848163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24cb46723479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70dc8fe4347c7"/>
          <a:stretch xmlns:a="http://schemas.openxmlformats.org/drawingml/2006/main"/>
        </p:blipFill>
        <p:spPr>
          <a:xfrm xmlns:a="http://schemas.openxmlformats.org/drawingml/2006/main">
            <a:off x="533400" y="6164557"/>
            <a:ext cx="1381125" cy="43438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C3B8D-CAA9-4EBD-BB59-D43191B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8150"/>
            <a:ext cx="11068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4F7FF"/>
                </a:solidFill>
                <a:latin typeface="Inter"/>
                <a:ea typeface="Inter"/>
                <a:cs typeface="Inter"/>
              </a:rPr>
              <a:t>Qué debe funcionar al terminar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B98E0-8322-4946-9701-E028D12B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57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A7B7C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A7B7CC"/>
                </a:solidFill>
                <a:latin typeface="Inter"/>
                <a:ea typeface="Inter"/>
                <a:cs typeface="Inter"/>
              </a:rPr>
              <a:t>S5 · AI Engineer   08/08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A0F2E-83F1-4787-A878-D9C624EC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74C41-6554-4858-AA79-888A595D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5C5ED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25C5ED"/>
                </a:solidFill>
                <a:latin typeface="Inter"/>
                <a:ea typeface="Inter"/>
                <a:cs typeface="Inter"/>
              </a:rPr>
              <a:t>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75139-4444-4714-99B9-B9DDE308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Responder con el ticket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y su artículo de ayuda.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9DF7B-0304-4E04-8B7D-4659D597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D638F-23EF-4CA9-A5A6-5A178325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BA73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BA73FF"/>
                </a:solidFill>
                <a:latin typeface="Inter"/>
                <a:ea typeface="Inter"/>
                <a:cs typeface="Inter"/>
              </a:rPr>
              <a:t>Memoria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AA047-3986-4449-B315-B9E73E3B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Recordar en el mismo hilo;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aislar otra conversación.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11E10-BF89-4207-B760-12C7918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35242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4288">
            <a:solidFill>
              <a:srgbClr val="31486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83227-4E63-46C0-95A6-B7589C0D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31051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78C4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F78C4"/>
                </a:solidFill>
                <a:latin typeface="Inter"/>
                <a:ea typeface="Inter"/>
                <a:cs typeface="Inter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92C17-EAB6-49D0-858D-AEF4A5BA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05175"/>
            <a:ext cx="3105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Gestionar fallos y bloquear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F4F7FF"/>
                </a:solidFill>
                <a:latin typeface="Inter"/>
                <a:ea typeface="Inter"/>
                <a:cs typeface="Inter"/>
              </a:rPr>
              <a:t>una tercera herramienta.</a:t>
            </a:r>
          </a:p>
        </p:txBody>
      </p:sp>
    </p:spTree>
    <p:extLst>
      <p:ext uri="{BB962C8B-B14F-4D97-AF65-F5344CB8AC3E}">
        <p14:creationId xmlns:p14="http://schemas.microsoft.com/office/powerpoint/2010/main" val="103305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2026-10-04T11:56:41.9700000Z</dcterms:created>
  <dcterms:modified xsi:type="dcterms:W3CDTF">2026-10-04T11:56:41.9700000Z</dcterms:modified>
</coreProperties>
</file>